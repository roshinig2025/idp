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5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Bio-Crypt Lock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Risk-Adaptive Authentication System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25347" y="4343400"/>
            <a:ext cx="386287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Roshini G | Roll No: 25BCE1676</a:t>
            </a:r>
          </a:p>
          <a:p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Sindhuja Bhaskar | Roll No: 25BCE5430</a:t>
            </a:r>
          </a:p>
          <a:p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K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Aradhanaa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Roll No: 25BCE1994</a:t>
            </a:r>
          </a:p>
          <a:p>
            <a:pPr marL="0" indent="0">
              <a:buNone/>
            </a:pPr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-709126" y="4800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Rathna 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0876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risk-adaptive authentication matters, the core idea, and how the system fits together.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8600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research says about fingerprint, Bluetooth proximity, OTP, and adaptive authentication.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06324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Research Gap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hurdles involved, and where current fixed-factor systems fall short.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404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84048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goals: biometric control, contextual risk awareness, dynamic OTP, adaptive logic, cryptographic verification, and logging.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177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61772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&amp; System Architecture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end to end, from a fingerprint scan to an adaptive access decision.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949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39496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Initial Implementation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development stands today: ESP32 setup, fingerprint integration, Bluetooth proximity, and workflow design.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27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Core Concept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5272888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locks in use today still rely on a single factor — a fingerprint, a card, a PIN — which makes them easy to spoof, steal, or replay. Bio-Crypt Lock takes a different approach: it combines fingerprint biometrics, Bluetooth proximity as contextual information, and a dynamic OTP into one risk-adaptive workflow. Access is granted or denied based on how risky the situation looks, rather than a single fixed check.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78728" y="1417320"/>
            <a:ext cx="527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 — the Risk-Adaptive Principle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828800"/>
            <a:ext cx="52728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 →  Risk Evaluation  →  Adaptive Authentication  →  Cryptographic Verification  →  Unlock / Deny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2514600"/>
            <a:ext cx="52728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fingerprint scan establishes identity. Bluetooth proximity adds context about the situation. A dynamic OTP is only brought in when the risk level rises — so security scales with the threat instead of slowing everyone down all the time.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4023360"/>
            <a:ext cx="527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risk:  </a:t>
            </a: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+ trusted Bluetooth → unlocks directly after cryptographic verification.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4590288"/>
            <a:ext cx="527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risk:  </a:t>
            </a: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proximity → an OTP challenge is added before verification.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5157216"/>
            <a:ext cx="527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 </a:t>
            </a: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signals or failed attempts → stronger verification is required, or the system locks out temporarily.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Authentication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339333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et al. (2004) proposed minutiae-based fingerprint matching that performed well under constrained conditions, forming the basis of a lot of biometric identity verification since.</a:t>
            </a:r>
          </a:p>
          <a:p>
            <a:pPr>
              <a:lnSpc>
                <a:spcPct val="120000"/>
              </a:lnSpc>
            </a:pPr>
            <a:r>
              <a:rPr lang="en-US" sz="1080" dirty="0"/>
              <a:t>https://ieeexplore.ieee.org/document/1262027?utm_source=gemini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Maltoni et al. (2009) surveyed fingerprint liveness detection and spoofing countermeasures, pointing out how much harder robustness gets in real-world deployments.</a:t>
            </a:r>
          </a:p>
          <a:p>
            <a:pPr>
              <a:lnSpc>
                <a:spcPct val="120000"/>
              </a:lnSpc>
            </a:pPr>
            <a:r>
              <a:rPr lang="en-US" sz="1080" dirty="0"/>
              <a:t>https://link.springer.com/book/10.1007/978-1-84882-254-2?utm_source=gemini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4399178" y="141732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&amp; Proximity Auth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399178" y="1965960"/>
            <a:ext cx="339333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Madhavendra et al. (2019) used BLE RSSI for indoor proximity estimation, showing Bluetooth can serve as a reliable contextual signal for access control.</a:t>
            </a:r>
          </a:p>
          <a:p>
            <a:pPr>
              <a:lnSpc>
                <a:spcPct val="120000"/>
              </a:lnSpc>
            </a:pPr>
            <a:r>
              <a:rPr lang="en-US" sz="1080" dirty="0"/>
              <a:t>https://www.google.com/search?q=https://scholar.google.com/scholar%253Fq%253DMadhavendra%252BBLE%252BRSSI%252Bindoor%252Bproximity%252Bestimation%252B2019&amp;utm_source=gemini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 &amp; Bhatt (2021) integrated Bluetooth proximity with physical access systems and found that context-aware authentication cuts down on unauthorized entry.</a:t>
            </a:r>
          </a:p>
          <a:p>
            <a:pPr>
              <a:lnSpc>
                <a:spcPct val="120000"/>
              </a:lnSpc>
            </a:pPr>
            <a:r>
              <a:rPr lang="en-US" sz="1080" dirty="0"/>
              <a:t>https://www.google.com/search?q=https://scholar.google.com/scholar%253Fq%253DMadhavendra%252BBLE%252BRSSI%252Bindoor%252Bproximity%252Bestimation%252B2019&amp;utm_source=gemini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158277" y="141732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&amp; Adaptive Auth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158277" y="1965960"/>
            <a:ext cx="339333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Bonneau et al. (2012) evaluated OTP schemes against phishing and replay attacks and confirmed time-based OTP as a strong second factor.</a:t>
            </a:r>
            <a:b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https://www.google.com/search?q=https://ieeexplore.ieee.org/document/6234438&amp;utm_source=gemini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Wiefling et al. (2021) proposed risk-based adaptive authentication that only asks for extra factors when needed, balancing security with convenience.</a:t>
            </a:r>
            <a:b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8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https://www.google.com/search?q=https://ieeexplore.ieee.org/document/9442838&amp;utm_source=gemini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321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us: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work treats biometrics, proximity, and OTP as separate problems. No single framework adapts its authentication requirements to real-time risk by combining all three — which is exactly the gap this project sets out to close.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Research Gap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authentication systems still lean on a single, fixed factor that doesn't account for how risky a situation actually is. Bio-Crypt Lock tries to close that gap by pulling biometric, proximity, and OTP signals into one adaptive workflow.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501808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5018081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reliable fingerprint reads despite dirt, moisture, or angle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Bluetooth proximity as context, not as a stand-alone identity check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and delivering the dynamic OTP securely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replay attacks and enforcing </a:t>
            </a:r>
            <a:r>
              <a:rPr lang="en-US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expiry</a:t>
            </a:r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</a:t>
            </a: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attempts and lockout policy sensibly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strong security with everyday convenience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15361" y="2331720"/>
            <a:ext cx="54362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15361" y="2743200"/>
            <a:ext cx="543625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identity on its own doesn't account for context. Bluetooth proximity is useful as a risk signal, not as the sole authenticator. OTP should be invoked only when it's actually needed, not every single time. Fixed-factor systems apply the same checks no matter the risk level. Put simply: no existing low-cost embedded system brings fingerprint, Bluetooth, and conditional OTP together into one adaptive, cryptographically verified access-control workflow — and that's the gap this project fills.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6304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Fingerprint-Based Identity Verification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65960"/>
            <a:ext cx="47242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fingerprint scanning as the primary identity layer — reliable, contactless user identification through an integrated fingerprint sensor and an ESP32 microcontroller, before any access decision gets made.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24448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27368" y="146304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OTP Generation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27368" y="1965960"/>
            <a:ext cx="47242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time-bound, one-time password on the fly whenever the risk-evaluation module flags suspicious or medium-risk conditions, so a static credential alone is never enough and every session needs fresh cryptographic proof.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9476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Authentication Requirements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97680"/>
            <a:ext cx="47242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how many factors are required — and which ones — based on the computed risk score: fingerprint only for low risk, OTP added for medium risk, and stronger verification or a temporary lockout for high risk.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244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27368" y="3794760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Access-Event Logging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27368" y="4297680"/>
            <a:ext cx="47242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access attempt, successful or denied, with a timestamp, the authentication factors used, and the assigned risk level — building an auditable trail for forensic review and for refining the adaptive thresholds over time.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&amp; 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Risk-Adaptive Workflow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Scan  →  Verification  →  Risk Evaluation  →  Adaptive Decision  →  Cryptographic Verification  →  Access Granted / Denied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332378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30580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
</a:t>
            </a:r>
            <a:endParaRPr lang="en-US" sz="12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29658" y="2377440"/>
            <a:ext cx="3332378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6818" y="2377440"/>
            <a:ext cx="30580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
</a:t>
            </a:r>
            <a:endParaRPr lang="en-US" sz="12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OTP invoked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19237" y="2377440"/>
            <a:ext cx="3332378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6397" y="2377440"/>
            <a:ext cx="305805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
</a:t>
            </a:r>
            <a:endParaRPr lang="en-US" sz="12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verification, or temporary lockout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6616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Hardware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chain: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Sensor → ESP32 → Risk Evaluation → Adaptive Authentication → Cryptographic Verification → Software Lock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52628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inputs: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Proximity feeds Risk Evaluation; the OTP Module supplies additional verification when triggered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79" y="507492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validation engine, plus an access log / database for recording every event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6692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Initial Implementation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Input Parameter Simulator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UI/CLI sliders or prompts for Fingerprint Optical Match Score (0–100%), BLE RSSI Signal Strength (−90 to −30 dBm), and Attempt History / Timestamp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the software inputs will stand in for hardware signals once those are wired up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1417320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Context Fusion &amp; Dynamic Risk Engine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24448" y="182880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the input parameters into a Dynamic Risk Score (0–100) in real time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access through a 3-tier protocol: Low (0–30) → direct unlock; Medium (31–70) → 6-digit TOTP challenge; High (71–100) → 8-digit challenge + lockout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Cryptographic File/Folder Decryption Engine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947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real file/folder encryption and decryption using AES-256, once risk verification succeeds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only granted after both the authentication decision and the cryptographic verification pass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324448" y="3383280"/>
            <a:ext cx="52271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Anti-Replay Audit Logger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24448" y="3794760"/>
            <a:ext cx="522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structured, timestamped authentication events: session ID, input signals, calculated risk score, and unlock status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audit records in SQLite or CSV for traceability and later analysis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Demonstration:  </a:t>
            </a: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OTP generation • live risk-score computation • file/folder lock–unlock execution • audit-log generation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1442</Words>
  <Application>Microsoft Office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Roshini G</cp:lastModifiedBy>
  <cp:revision>9</cp:revision>
  <dcterms:created xsi:type="dcterms:W3CDTF">2026-09-22T08:37:08Z</dcterms:created>
  <dcterms:modified xsi:type="dcterms:W3CDTF">2026-09-22T16:00:17Z</dcterms:modified>
</cp:coreProperties>
</file>