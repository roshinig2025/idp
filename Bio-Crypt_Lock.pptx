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425451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0" y="2377440"/>
            <a:ext cx="1219169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Bio-Crypt Lock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0" y="329184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Risk-Adaptive Authentication System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4525347" y="4343400"/>
            <a:ext cx="3862873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Student:  Roshini G | Roll No: 25BCE1676</a:t>
            </a:r>
          </a:p>
          <a:p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Student:  Sindhuja Bhaskar | Roll No: 25BCE5430</a:t>
            </a:r>
          </a:p>
          <a:p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Student:  K </a:t>
            </a:r>
            <a:r>
              <a:rPr lang="en-US" sz="1400" dirty="0" err="1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Aradhanaa</a:t>
            </a: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| Roll No: 25BCE1994</a:t>
            </a:r>
          </a:p>
          <a:p>
            <a:pPr marL="0" indent="0">
              <a:buNone/>
            </a:pPr>
            <a:endParaRPr lang="en-US" sz="1400" dirty="0">
              <a:solidFill>
                <a:srgbClr val="262626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-709126" y="4800600"/>
            <a:ext cx="121916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Guide: Prof. Rathna 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640080" y="566928"/>
            <a:ext cx="109115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08760"/>
            <a:ext cx="6400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2E4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508760"/>
            <a:ext cx="1022573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
</a:t>
            </a:r>
            <a:endParaRPr lang="en-US" sz="1400" dirty="0"/>
          </a:p>
          <a:p>
            <a:pPr marL="0" indent="0">
              <a:buNone/>
            </a:pPr>
            <a:r>
              <a:rPr lang="en-US" sz="11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risk-adaptive authentication matters, the core idea, and how the system fits together.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86000"/>
            <a:ext cx="6400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2E4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2286000"/>
            <a:ext cx="1022573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Survey
</a:t>
            </a:r>
            <a:endParaRPr lang="en-US" sz="1400" dirty="0"/>
          </a:p>
          <a:p>
            <a:pPr marL="0" indent="0">
              <a:buNone/>
            </a:pPr>
            <a:r>
              <a:rPr lang="en-US" sz="11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existing research says about fingerprint, Bluetooth proximity, OTP, and adaptive authentication.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063240"/>
            <a:ext cx="6400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2E4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3063240"/>
            <a:ext cx="1022573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&amp; Research Gap
</a:t>
            </a:r>
            <a:endParaRPr lang="en-US" sz="1400" dirty="0"/>
          </a:p>
          <a:p>
            <a:pPr marL="0" indent="0">
              <a:buNone/>
            </a:pPr>
            <a:r>
              <a:rPr lang="en-US" sz="11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technical hurdles involved, and where current fixed-factor systems fall short.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840480"/>
            <a:ext cx="6400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2E4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3840480"/>
            <a:ext cx="1022573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Objectives
</a:t>
            </a:r>
            <a:endParaRPr lang="en-US" sz="1400" dirty="0"/>
          </a:p>
          <a:p>
            <a:pPr marL="0" indent="0">
              <a:buNone/>
            </a:pPr>
            <a:r>
              <a:rPr lang="en-US" sz="11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goals: biometric control, contextual risk awareness, dynamic OTP, adaptive logic, cryptographic verification, and logging.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4617720"/>
            <a:ext cx="6400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2E4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4617720"/>
            <a:ext cx="1022573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Methodology &amp; System Architecture
</a:t>
            </a:r>
            <a:endParaRPr lang="en-US" sz="1400" dirty="0"/>
          </a:p>
          <a:p>
            <a:pPr marL="0" indent="0">
              <a:buNone/>
            </a:pPr>
            <a:r>
              <a:rPr lang="en-US" sz="11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system works end to end, from a fingerprint scan to an adaptive access decision.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5394960"/>
            <a:ext cx="6400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2E4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5394960"/>
            <a:ext cx="1022573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/ Initial Implementation
</a:t>
            </a:r>
            <a:endParaRPr lang="en-US" sz="1400" dirty="0"/>
          </a:p>
          <a:p>
            <a:pPr marL="0" indent="0">
              <a:buNone/>
            </a:pPr>
            <a:r>
              <a:rPr lang="en-US" sz="11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development stands today: ESP32 setup, fingerprint integration, Bluetooth proximity, and workflow design.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136873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640080" y="566928"/>
            <a:ext cx="109115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17320"/>
            <a:ext cx="52728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4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 &amp; Core Concept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83080"/>
            <a:ext cx="5272888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locks in use today still rely on a single factor — a fingerprint, a card, a PIN — which makes them easy to spoof, steal, or replay. Bio-Crypt Lock takes a different approach: it combines fingerprint biometrics, Bluetooth proximity as contextual information, and a dynamic OTP into one risk-adaptive workflow. Access is granted or denied based on how risky the situation looks, rather than a single fixed check.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278728" y="1417320"/>
            <a:ext cx="52728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4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 Flow — the Risk-Adaptive Principle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278728" y="1828800"/>
            <a:ext cx="527288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Fingerprint  →  Risk Evaluation  →  Adaptive Authentication  →  Cryptographic Verification  →  Unlock / Deny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6278728" y="2514600"/>
            <a:ext cx="527288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fingerprint scan establishes identity. Bluetooth proximity adds context about the situation. A dynamic OTP is only brought in when the risk level rises — so security scales with the threat instead of slowing everyone down all the time.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278728" y="4023360"/>
            <a:ext cx="527288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E4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risk:  </a:t>
            </a:r>
            <a:r>
              <a:rPr lang="en-US" sz="11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fingerprint + trusted Bluetooth → unlocks directly after cryptographic verification.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278728" y="4590288"/>
            <a:ext cx="527288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E4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risk:  </a:t>
            </a:r>
            <a:r>
              <a:rPr lang="en-US" sz="11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unfamiliar proximity → an OTP challenge is added before verification.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6278728" y="5157216"/>
            <a:ext cx="527288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E4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risk:  </a:t>
            </a:r>
            <a:r>
              <a:rPr lang="en-US" sz="11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anomalous signals or failed attempts → stronger verification is required, or the system locks out temporarily.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1136873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640080" y="566928"/>
            <a:ext cx="109115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Survey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17320"/>
            <a:ext cx="339333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2E4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Fingerprint Authentication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65960"/>
            <a:ext cx="3393338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Jain et al. (2004) proposed minutiae-based fingerprint matching that performed well under constrained conditions, forming the basis of a lot of biometric identity verification since.</a:t>
            </a:r>
          </a:p>
          <a:p>
            <a:pPr>
              <a:lnSpc>
                <a:spcPct val="120000"/>
              </a:lnSpc>
            </a:pPr>
            <a:r>
              <a:rPr lang="en-US" sz="1080" dirty="0"/>
              <a:t>https://ieeexplore.ieee.org/document/1262027?utm_source=gemini</a:t>
            </a:r>
          </a:p>
          <a:p>
            <a:pPr marL="0" indent="0">
              <a:lnSpc>
                <a:spcPct val="120000"/>
              </a:lnSpc>
              <a:buNone/>
            </a:pPr>
            <a:endParaRPr lang="en-US" sz="1080" dirty="0"/>
          </a:p>
          <a:p>
            <a:pPr marL="0" indent="0">
              <a:lnSpc>
                <a:spcPct val="120000"/>
              </a:lnSpc>
              <a:buNone/>
            </a:pPr>
            <a:endParaRPr lang="en-US" sz="108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Maltoni et al. (2009) surveyed fingerprint liveness detection and spoofing countermeasures, pointing out how much harder robustness gets in real-world deployments.</a:t>
            </a:r>
          </a:p>
          <a:p>
            <a:pPr>
              <a:lnSpc>
                <a:spcPct val="120000"/>
              </a:lnSpc>
            </a:pPr>
            <a:r>
              <a:rPr lang="en-US" sz="1080" dirty="0"/>
              <a:t>https://link.springer.com/book/10.1007/978-1-84882-254-2?utm_source=gemini</a:t>
            </a:r>
          </a:p>
        </p:txBody>
      </p:sp>
      <p:sp>
        <p:nvSpPr>
          <p:cNvPr id="6" name="Text 4"/>
          <p:cNvSpPr txBox="1"/>
          <p:nvPr/>
        </p:nvSpPr>
        <p:spPr>
          <a:xfrm>
            <a:off x="4399178" y="1417320"/>
            <a:ext cx="339333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2E4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Bluetooth &amp; Proximity Auth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4399178" y="1965960"/>
            <a:ext cx="3393338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Madhavendra et al. (2019) used BLE RSSI for indoor proximity estimation, showing Bluetooth can serve as a reliable contextual signal for access control.</a:t>
            </a:r>
          </a:p>
          <a:p>
            <a:pPr>
              <a:lnSpc>
                <a:spcPct val="120000"/>
              </a:lnSpc>
            </a:pPr>
            <a:r>
              <a:rPr lang="en-US" sz="1080" dirty="0"/>
              <a:t>https://www.google.com/search?q=https://scholar.google.com/scholar%253Fq%253DMadhavendra%252BBLE%252BRSSI%252Bindoor%252Bproximity%252Bestimation%252B2019&amp;utm_source=gemini</a:t>
            </a:r>
          </a:p>
          <a:p>
            <a:pPr marL="0" indent="0">
              <a:lnSpc>
                <a:spcPct val="120000"/>
              </a:lnSpc>
              <a:buNone/>
            </a:pPr>
            <a:endParaRPr lang="en-US" sz="108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Bhatt &amp; Bhatt (2021) integrated Bluetooth proximity with physical access systems and found that context-aware authentication cuts down on unauthorized entry.</a:t>
            </a:r>
          </a:p>
          <a:p>
            <a:pPr>
              <a:lnSpc>
                <a:spcPct val="120000"/>
              </a:lnSpc>
            </a:pPr>
            <a:r>
              <a:rPr lang="en-US" sz="1080" dirty="0"/>
              <a:t>https://www.google.com/search?q=https://scholar.google.com/scholar%253Fq%253DMadhavendra%252BBLE%252BRSSI%252Bindoor%252Bproximity%252Bestimation%252B2019&amp;utm_source=gemini</a:t>
            </a:r>
          </a:p>
        </p:txBody>
      </p:sp>
      <p:sp>
        <p:nvSpPr>
          <p:cNvPr id="8" name="Text 6"/>
          <p:cNvSpPr txBox="1"/>
          <p:nvPr/>
        </p:nvSpPr>
        <p:spPr>
          <a:xfrm>
            <a:off x="8158277" y="1417320"/>
            <a:ext cx="339333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2E4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OTP &amp; Adaptive Auth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8158277" y="1965960"/>
            <a:ext cx="3393338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20000"/>
              </a:lnSpc>
            </a:pPr>
            <a:r>
              <a:rPr lang="en-US" sz="108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Bonneau et al. (2012) evaluated OTP schemes against phishing and replay attacks and confirmed time-based OTP as a strong second factor.</a:t>
            </a:r>
            <a:br>
              <a:rPr lang="en-US" sz="108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08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https://www.google.com/search?q=https://ieeexplore.ieee.org/document/6234438&amp;utm_source=gemini</a:t>
            </a:r>
            <a:endParaRPr lang="en-US" sz="1080" dirty="0"/>
          </a:p>
          <a:p>
            <a:pPr marL="0" indent="0">
              <a:lnSpc>
                <a:spcPct val="120000"/>
              </a:lnSpc>
              <a:buNone/>
            </a:pPr>
            <a:endParaRPr lang="en-US" sz="1080" dirty="0"/>
          </a:p>
          <a:p>
            <a:pPr marL="0" indent="0">
              <a:lnSpc>
                <a:spcPct val="120000"/>
              </a:lnSpc>
              <a:buNone/>
            </a:pPr>
            <a:endParaRPr lang="en-US" sz="1080" dirty="0"/>
          </a:p>
          <a:p>
            <a:pPr marL="0" indent="0">
              <a:lnSpc>
                <a:spcPct val="120000"/>
              </a:lnSpc>
              <a:buNone/>
            </a:pPr>
            <a:endParaRPr lang="en-US" sz="1080" dirty="0"/>
          </a:p>
          <a:p>
            <a:pPr>
              <a:lnSpc>
                <a:spcPct val="120000"/>
              </a:lnSpc>
            </a:pPr>
            <a:r>
              <a:rPr lang="en-US" sz="108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Wiefling et al. (2021) proposed risk-based adaptive authentication that only asks for extra factors when needed, balancing security with convenience.</a:t>
            </a:r>
            <a:br>
              <a:rPr lang="en-US" sz="108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08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https://www.google.com/search?q=https://ieeexplore.ieee.org/document/9442838&amp;utm_source=gemini</a:t>
            </a:r>
            <a:endParaRPr lang="en-US" sz="108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5532120"/>
            <a:ext cx="1091153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2E4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this leaves us:  </a:t>
            </a:r>
            <a:r>
              <a:rPr lang="en-US" sz="12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existing work treats biometrics, proximity, and OTP as separate problems. No single framework adapts its authentication requirements to real-time risk by combining all three — which is exactly the gap this project sets out to close.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136873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640080" y="566928"/>
            <a:ext cx="109115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&amp; Research Gap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17320"/>
            <a:ext cx="1091153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authentication systems still lean on a single, fixed factor that doesn't account for how risky a situation actually is. Bio-Crypt Lock tries to close that gap by pulling biometric, proximity, and OTP signals into one adaptive workflow.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331720"/>
            <a:ext cx="501808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4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Challenges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743200"/>
            <a:ext cx="5018081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reliable fingerprint reads despite dirt, moisture, or angle</a:t>
            </a:r>
            <a:endParaRPr lang="en-US" sz="115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Treating Bluetooth proximity as context, not as a stand-alone identity check</a:t>
            </a:r>
            <a:endParaRPr lang="en-US" sz="115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Generating and delivering the dynamic OTP securely</a:t>
            </a:r>
            <a:endParaRPr lang="en-US" sz="115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Preventing replay attacks and enforcing OTP expiry</a:t>
            </a:r>
            <a:endParaRPr lang="en-US" sz="115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Securing communication between the ESP32 modules and peripherals</a:t>
            </a:r>
            <a:endParaRPr lang="en-US" sz="115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Handling failed attempts and lockout policy sensibly</a:t>
            </a:r>
            <a:endParaRPr lang="en-US" sz="115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Balancing strong security with everyday convenience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115361" y="2331720"/>
            <a:ext cx="543625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4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Gap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115361" y="2743200"/>
            <a:ext cx="5436254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Biometric identity on its own doesn't account for context. Bluetooth proximity is useful as a risk signal, not as the sole authenticator. OTP should be invoked only when it's actually needed, not every single time. Fixed-factor systems apply the same checks no matter the risk level. Put simply: no existing low-cost embedded system brings fingerprint, Bluetooth, and conditional OTP together into one adaptive, cryptographically verified access-control workflow — and that's the gap this project fills.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36873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640080" y="566928"/>
            <a:ext cx="109115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Objectives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63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E4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1463040"/>
            <a:ext cx="47242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Fingerprint-Based Identity Verification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965960"/>
            <a:ext cx="4724248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fingerprint scanning as the primary identity layer — reliable, contactless user identification through an integrated fingerprint sensor and an ESP32 microcontroller, before any access decision gets made.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324448" y="1463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E4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27368" y="1463040"/>
            <a:ext cx="47242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OTP Generation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827368" y="1965960"/>
            <a:ext cx="4724248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a time-bound, one-time password on the fly whenever the risk-evaluation module flags suspicious or medium-risk conditions, so a static credential alone is never enough and every session needs fresh cryptographic proof.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794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E4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3794760"/>
            <a:ext cx="47242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Authentication Requirements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143000" y="4297680"/>
            <a:ext cx="4724248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 how many factors are required — and which ones — based on the computed risk score: fingerprint only for low risk, OTP added for medium risk, and stronger verification or a temporary lockout for high risk.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324448" y="3794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E4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827368" y="3794760"/>
            <a:ext cx="47242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Access-Event Logging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827368" y="4297680"/>
            <a:ext cx="4724248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every access attempt, successful or denied, with a timestamp, the authentication factors used, and the assigned risk level — building an auditable trail for forensic review and for refining the adaptive thresholds over time.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1136873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640080" y="566928"/>
            <a:ext cx="109115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Methodology &amp; System Architecture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17320"/>
            <a:ext cx="10911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E4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Risk-Adaptive Workflow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8308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Fingerprint Scan  →  Verification  →  Risk Evaluation  →  Adaptive Decision  →  Cryptographic Verification  →  Access Granted / Denied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377440"/>
            <a:ext cx="3332378" cy="86868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377440"/>
            <a:ext cx="305805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E4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Risk
</a:t>
            </a:r>
            <a:endParaRPr lang="en-US" sz="125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access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429658" y="2377440"/>
            <a:ext cx="3332378" cy="86868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66818" y="2377440"/>
            <a:ext cx="305805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E4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Risk
</a:t>
            </a:r>
            <a:endParaRPr lang="en-US" sz="125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OTP invoked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19237" y="2377440"/>
            <a:ext cx="3332378" cy="86868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56397" y="2377440"/>
            <a:ext cx="305805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E4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Risk
</a:t>
            </a:r>
            <a:endParaRPr lang="en-US" sz="125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Stronger verification, or temporary lockout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566160"/>
            <a:ext cx="10911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E4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 &amp; Hardware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977640"/>
            <a:ext cx="1091153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2E4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chain: </a:t>
            </a:r>
            <a:r>
              <a:rPr lang="en-US" sz="12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Fingerprint Sensor → ESP32 → Risk Evaluation → Adaptive Authentication → Cryptographic Verification → Servo / Solenoid Lock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526280"/>
            <a:ext cx="1091153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2E4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Contextual inputs: </a:t>
            </a:r>
            <a:r>
              <a:rPr lang="en-US" sz="12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Bluetooth Proximity feeds Risk Evaluation; the OTP Module supplies additional verification when triggered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40079" y="5074920"/>
            <a:ext cx="1091153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2E4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Software: </a:t>
            </a:r>
            <a:r>
              <a:rPr lang="en-US" sz="12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OTP validation engine, plus an access log / database for recording every event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36873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640080" y="566928"/>
            <a:ext cx="109115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/ Initial Implementation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17320"/>
            <a:ext cx="522716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— Input Parameter Simulator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28800"/>
            <a:ext cx="5227168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UI/CLI sliders or prompts for Fingerprint Optical Match Score (0–100%), BLE RSSI Signal Strength (−90 to −30 dBm), and Attempt History / Timestamp</a:t>
            </a:r>
            <a:endParaRPr lang="en-US" sz="105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how the software inputs will stand in for hardware signals once those are wired up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6324448" y="1417320"/>
            <a:ext cx="522716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— Context Fusion &amp; Dynamic Risk Engine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324448" y="1828800"/>
            <a:ext cx="5227168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Fuses the input parameters into a Dynamic Risk Score (0–100) in real time</a:t>
            </a:r>
            <a:endParaRPr lang="en-US" sz="105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 access through a 3-tier protocol: Low (0–30) → direct unlock; Medium (31–70) → 6-digit TOTP challenge; High (71–100) → 8-digit challenge + lockout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383280"/>
            <a:ext cx="522716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— Cryptographic File/Folder Decryption Engine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3794760"/>
            <a:ext cx="5227168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Demonstrates real file/folder encryption and decryption using AES-256, once risk verification succeeds</a:t>
            </a:r>
            <a:endParaRPr lang="en-US" sz="105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is only granted after both the authentication decision and the cryptographic verification pass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324448" y="3383280"/>
            <a:ext cx="522716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— Anti-Replay Audit Logger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324448" y="3794760"/>
            <a:ext cx="5227168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structured, timestamped authentication events: session ID, input signals, calculated risk score, and unlock status</a:t>
            </a:r>
            <a:endParaRPr lang="en-US" sz="105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audit records in SQLite or CSV for traceability and later analysis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580644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2E4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Demonstration:  </a:t>
            </a:r>
            <a:r>
              <a:rPr lang="en-US" sz="11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OTP generation • live risk-score computation • file/folder lock–unlock execution • audit-log generation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136873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1452</Words>
  <Application>Microsoft Office PowerPoint</Application>
  <PresentationFormat>Widescreen</PresentationFormat>
  <Paragraphs>122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Roshini G</cp:lastModifiedBy>
  <cp:revision>7</cp:revision>
  <dcterms:created xsi:type="dcterms:W3CDTF">2026-09-22T08:37:08Z</dcterms:created>
  <dcterms:modified xsi:type="dcterms:W3CDTF">2026-09-22T08:50:19Z</dcterms:modified>
</cp:coreProperties>
</file>